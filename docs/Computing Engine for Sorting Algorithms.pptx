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E2AC4-A0A3-450A-BCF1-69487D36DF01}" v="1" dt="2026-01-29T18:07:03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9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18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20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970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1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58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27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81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72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66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4883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445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903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87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487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591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CF14A-626C-445E-BA4E-F4782A1EACA4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4B6F2D0-7257-4728-8A89-92ECE6D583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83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55F13-D159-3F6D-DCA2-47C5633E6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541" y="177943"/>
            <a:ext cx="8910918" cy="1889778"/>
          </a:xfrm>
        </p:spPr>
        <p:txBody>
          <a:bodyPr/>
          <a:lstStyle/>
          <a:p>
            <a:r>
              <a:rPr lang="en-US" altLang="ja-JP" dirty="0"/>
              <a:t>Computing Engine for Sorting Algorithms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8A4F17-66A9-5E81-E82A-3392D8DF3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317" y="5296367"/>
            <a:ext cx="9144000" cy="1655762"/>
          </a:xfrm>
        </p:spPr>
        <p:txBody>
          <a:bodyPr/>
          <a:lstStyle/>
          <a:p>
            <a:pPr algn="l"/>
            <a:r>
              <a:rPr kumimoji="1" lang="en-US" altLang="ja-JP" dirty="0"/>
              <a:t>S131173 Mizutani Seiya</a:t>
            </a:r>
          </a:p>
          <a:p>
            <a:pPr algn="l"/>
            <a:r>
              <a:rPr lang="en-US" altLang="ja-JP" dirty="0"/>
              <a:t>S131179 Iwata </a:t>
            </a:r>
            <a:r>
              <a:rPr lang="en-US" altLang="ja-JP" dirty="0" err="1"/>
              <a:t>Narikatsu</a:t>
            </a:r>
            <a:endParaRPr lang="en-US" altLang="ja-JP" dirty="0"/>
          </a:p>
          <a:p>
            <a:pPr algn="l"/>
            <a:r>
              <a:rPr kumimoji="1" lang="en-US" altLang="ja-JP" dirty="0"/>
              <a:t>S1310210 Tojo Rikuto</a:t>
            </a:r>
            <a:endParaRPr kumimoji="1" lang="ja-JP" altLang="en-US" dirty="0"/>
          </a:p>
        </p:txBody>
      </p:sp>
      <p:pic>
        <p:nvPicPr>
          <p:cNvPr id="1026" name="Picture 2" descr="Sort Icon」の写真素材 | 110,625件の無料イラスト画像 | Adobe Stock">
            <a:extLst>
              <a:ext uri="{FF2B5EF4-FFF2-40B4-BE49-F238E27FC236}">
                <a16:creationId xmlns:a16="http://schemas.microsoft.com/office/drawing/2014/main" id="{DAF59898-3703-C30B-408A-2885B2FD4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682" y="2301268"/>
            <a:ext cx="6466635" cy="276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29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570B41-FB83-3F08-D55B-B42A0557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CUI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C49AB1E-838F-217E-5503-D43835FEB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941" y="1169040"/>
            <a:ext cx="4034118" cy="5688960"/>
          </a:xfrm>
        </p:spPr>
      </p:pic>
    </p:spTree>
    <p:extLst>
      <p:ext uri="{BB962C8B-B14F-4D97-AF65-F5344CB8AC3E}">
        <p14:creationId xmlns:p14="http://schemas.microsoft.com/office/powerpoint/2010/main" val="134984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91D2D-A7B7-5EF5-BBB1-FC0C3561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GUI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5C1EAE46-72FC-310B-31E4-D480A8096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39874"/>
            <a:ext cx="7196534" cy="52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8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CEFFE7-9769-5D3E-859D-524F8AF0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3" y="2766218"/>
            <a:ext cx="12936071" cy="1325563"/>
          </a:xfrm>
        </p:spPr>
        <p:txBody>
          <a:bodyPr>
            <a:noAutofit/>
          </a:bodyPr>
          <a:lstStyle/>
          <a:p>
            <a:r>
              <a:rPr kumimoji="1" lang="en-US" altLang="ja-JP" sz="6600" dirty="0"/>
              <a:t>Thank you for your attention!</a:t>
            </a:r>
            <a:endParaRPr kumimoji="1" lang="ja-JP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733879081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7883CAF0DD2E441BB25BFFEE95D9511" ma:contentTypeVersion="5" ma:contentTypeDescription="新しいドキュメントを作成します。" ma:contentTypeScope="" ma:versionID="ab20a6d802b9e877e18e588603e0879e">
  <xsd:schema xmlns:xsd="http://www.w3.org/2001/XMLSchema" xmlns:xs="http://www.w3.org/2001/XMLSchema" xmlns:p="http://schemas.microsoft.com/office/2006/metadata/properties" xmlns:ns3="9a54b990-d9bb-47c1-8e50-5b81da533555" targetNamespace="http://schemas.microsoft.com/office/2006/metadata/properties" ma:root="true" ma:fieldsID="8fbc23ad47498322fa31402b34fba555" ns3:_="">
    <xsd:import namespace="9a54b990-d9bb-47c1-8e50-5b81da53355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4b990-d9bb-47c1-8e50-5b81da533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DEC1AC-F3C5-49B6-89AB-6ABD3047ED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B00E3-175F-4C76-8135-FB63ACB678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54b990-d9bb-47c1-8e50-5b81da5335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848F64-041C-4360-AB26-38023C46C779}">
  <ds:schemaRefs>
    <ds:schemaRef ds:uri="http://schemas.microsoft.com/office/infopath/2007/PartnerControls"/>
    <ds:schemaRef ds:uri="9a54b990-d9bb-47c1-8e50-5b81da533555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</TotalTime>
  <Words>22</Words>
  <Application>Microsoft Office PowerPoint</Application>
  <PresentationFormat>ワイド画面</PresentationFormat>
  <Paragraphs>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ウィスプ</vt:lpstr>
      <vt:lpstr>Computing Engine for Sorting Algorithms</vt:lpstr>
      <vt:lpstr>CUI</vt:lpstr>
      <vt:lpstr>GUI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東條陸人</dc:creator>
  <cp:lastModifiedBy>東條陸人</cp:lastModifiedBy>
  <cp:revision>2</cp:revision>
  <dcterms:created xsi:type="dcterms:W3CDTF">2026-01-29T16:55:23Z</dcterms:created>
  <dcterms:modified xsi:type="dcterms:W3CDTF">2026-01-29T18:09:10Z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0x01010097883CAF0DD2E441BB25BFFEE95D9511</vt:lpwstr>
  </property>
</Properties>
</file>